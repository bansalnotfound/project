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18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94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i-sha23/hackathon7-faceshiel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A8A8"/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58" y="73152"/>
            <a:ext cx="9144000" cy="50703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A8A8"/>
                </a:solidFill>
              </a:rPr>
              <a:t>NHAI HACKATHON 7.0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FaceShield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4E6"/>
                </a:solidFill>
              </a:rPr>
              <a:t>Offline Facial Recognition &amp;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8D4E6"/>
                </a:solidFill>
              </a:rPr>
              <a:t>Liveness Detection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7432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4E6"/>
                </a:solidFill>
              </a:rPr>
              <a:t>Team Leader: </a:t>
            </a:r>
            <a:r>
              <a:rPr lang="en-US" sz="1400" dirty="0">
                <a:solidFill>
                  <a:srgbClr val="FFFFFF"/>
                </a:solidFill>
              </a:rPr>
              <a:t>Anisha Garg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4E6"/>
                </a:solidFill>
              </a:rPr>
              <a:t>Team Size: </a:t>
            </a:r>
            <a:r>
              <a:rPr lang="en-US" sz="1300" b="1" dirty="0">
                <a:solidFill>
                  <a:srgbClr val="FFFFFF"/>
                </a:solidFill>
              </a:rPr>
              <a:t>1</a:t>
            </a:r>
            <a:r>
              <a:rPr lang="en-US" sz="1300" dirty="0">
                <a:solidFill>
                  <a:srgbClr val="FFFFFF"/>
                </a:solidFill>
              </a:rPr>
              <a:t> |  </a:t>
            </a:r>
            <a:r>
              <a:rPr lang="en-US" sz="1300" b="1" dirty="0">
                <a:solidFill>
                  <a:srgbClr val="A8D4E6"/>
                </a:solidFill>
              </a:rPr>
              <a:t>Submission: </a:t>
            </a:r>
            <a:r>
              <a:rPr lang="en-US" sz="1300" dirty="0">
                <a:solidFill>
                  <a:srgbClr val="FFFFFF"/>
                </a:solidFill>
              </a:rPr>
              <a:t>01.06.2026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>
                    <a:alpha val="20000"/>
                  </a:srgbClr>
                </a:solidFill>
              </a:rPr>
              <a:t>AI • OFFLINE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>
                    <a:alpha val="20000"/>
                  </a:srgbClr>
                </a:solidFill>
              </a:rPr>
              <a:t>FACE RECOG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>
                    <a:alpha val="20000"/>
                  </a:srgbClr>
                </a:solidFill>
              </a:rPr>
              <a:t>LIVENESS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</a:rPr>
              <a:t>"How can we securely authenticate field personnel using facial recognition and liveness detection on standard mid-range mobile devices without any active internet connection?"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931920" cy="109728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📵  No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Field zones have zero internet — standard biometric systems fail entirely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931920" cy="109728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🖼  Photo Fraud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No liveness detection means photos/screens can spoof attendance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09728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📝  Manual Errors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447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Paper-based attendance is unverifiable and prone to proxy fraud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09728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🔄  No Sync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447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Offline data collected in field has no reliable path back to central servers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</a:rPr>
              <a:t>Our Solution: FaceShield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</a:rPr>
              <a:t>A fully offline, &lt;20 MB React Native module for biometric field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41732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Face Recognition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MobileFaceNet TFLite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~2MB | &gt;99%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128-D embeddings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41732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Liveness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Active: Blink/Smile/Turn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Passive: Texture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Dual-layer anti-spoof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3474720"/>
          </a:xfrm>
          <a:prstGeom prst="rect">
            <a:avLst/>
          </a:prstGeom>
          <a:solidFill>
            <a:srgbClr val="065870"/>
          </a:solidFill>
          <a:ln w="12700">
            <a:solidFill>
              <a:srgbClr val="0658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41732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Sync &amp; Purge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0632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AWS S3 on reconnect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AES-256 local 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E8F0"/>
                </a:solidFill>
              </a:rPr>
              <a:t>Auto-purge on 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02A8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Model Size: ~8 MB  |  Speed: &lt;650ms  |  Accuracy: &gt;99%  |  Min RAM: 3GB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463040" cy="11887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05840"/>
            <a:ext cx="14630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Camera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508760"/>
            <a:ext cx="36576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914400"/>
            <a:ext cx="1463040" cy="1188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005840"/>
            <a:ext cx="14630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36576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914400"/>
            <a:ext cx="14630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005840"/>
            <a:ext cx="14630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508760"/>
            <a:ext cx="36576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914400"/>
            <a:ext cx="1463040" cy="1188720"/>
          </a:xfrm>
          <a:prstGeom prst="rect">
            <a:avLst/>
          </a:prstGeom>
          <a:solidFill>
            <a:srgbClr val="065870"/>
          </a:solidFill>
          <a:ln w="12700">
            <a:solidFill>
              <a:srgbClr val="0658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005840"/>
            <a:ext cx="14630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Recognition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508760"/>
            <a:ext cx="36576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914400"/>
            <a:ext cx="1463040" cy="1188720"/>
          </a:xfrm>
          <a:prstGeom prst="rect">
            <a:avLst/>
          </a:prstGeom>
          <a:solidFill>
            <a:srgbClr val="1A5A2A"/>
          </a:solidFill>
          <a:ln w="12700">
            <a:solidFill>
              <a:srgbClr val="1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05840"/>
            <a:ext cx="14630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2468880"/>
            <a:ext cx="2377440" cy="1005840"/>
          </a:xfrm>
          <a:prstGeom prst="rect">
            <a:avLst/>
          </a:prstGeom>
          <a:solidFill>
            <a:srgbClr val="4A3A8B">
              <a:alpha val="90000"/>
            </a:srgbClr>
          </a:solidFill>
          <a:ln w="12700">
            <a:solidFill>
              <a:srgbClr val="4A3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2468880"/>
            <a:ext cx="23774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Active Challenge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Blink/Smile/Turn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468880"/>
            <a:ext cx="2377440" cy="1005840"/>
          </a:xfrm>
          <a:prstGeom prst="rect">
            <a:avLst/>
          </a:prstGeom>
          <a:solidFill>
            <a:srgbClr val="4A5A2B">
              <a:alpha val="90000"/>
            </a:srgbClr>
          </a:solidFill>
          <a:ln w="12700">
            <a:solidFill>
              <a:srgbClr val="4A5A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2468880"/>
            <a:ext cx="23774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Passive Texture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Anti-Spoofing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468880"/>
            <a:ext cx="2377440" cy="1005840"/>
          </a:xfrm>
          <a:prstGeom prst="rect">
            <a:avLst/>
          </a:prstGeom>
          <a:solidFill>
            <a:srgbClr val="8B3A2B">
              <a:alpha val="90000"/>
            </a:srgbClr>
          </a:solidFill>
          <a:ln w="12700">
            <a:solidFill>
              <a:srgbClr val="8B3A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2468880"/>
            <a:ext cx="237744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AWS S3 Sync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+ Purge Logic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3794760"/>
            <a:ext cx="8778240" cy="731520"/>
          </a:xfrm>
          <a:prstGeom prst="rect">
            <a:avLst/>
          </a:prstGeom>
          <a:solidFill>
            <a:srgbClr val="1A3A6B">
              <a:alpha val="9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7947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Datalake 3.0 React Native App  —  FaceShield integrated as a native module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</a:rPr>
              <a:t>Face Recognition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6751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Model: MobileFaceNet (TensorFlow Lite)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61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Model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612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~2 MB (FP16 quantized TFLite)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MobileFaceNet — depthwise separable convolutions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20824"/>
            <a:ext cx="8412480" cy="384048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39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Training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0391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MS-Celeb-1M + fine-tuned on Indian demographics (50K+ images)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78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Embedding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47802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128-D L2-normalized face vectors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8412480" cy="384048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169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Benchmark Accuracy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9169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99.28% on LFW; &gt;97% in harsh outdoor lighting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55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Matching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355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Cosine similarity &gt; 0.6 threshold for positive 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76472"/>
            <a:ext cx="8412480" cy="384048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Inference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7947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~150ms on Snapdragon 660 class devices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15384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33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Enrollment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2336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</a:rPr>
              <a:t>5 photos per person, averaged embedding, stored offline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</a:rPr>
              <a:t>Dual-Layer Liveness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6751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0F6FF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Layer 1: Active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6B"/>
                </a:solidFill>
              </a:rPr>
              <a:t>✓  Random challenge: BLINK / SMILE / TURN HEAD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6B"/>
                </a:solidFill>
              </a:rPr>
              <a:t>✓  MediaPipe Face Mesh — 468 facial landmarks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6B"/>
                </a:solidFill>
              </a:rPr>
              <a:t>✓  Geometric delta detection per landmark group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6B"/>
                </a:solidFill>
              </a:rPr>
              <a:t>✓  5-second window to complete challenge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1638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6B"/>
                </a:solidFill>
              </a:rPr>
              <a:t>✓  3-landmark threshold validation for pass/fail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A6B"/>
                </a:solidFill>
              </a:rPr>
              <a:t>✓  Prevents photo + video replay attacks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F0FFF4"/>
          </a:solidFill>
          <a:ln w="12700">
            <a:solidFill>
              <a:srgbClr val="B0D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22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A2A"/>
                </a:solidFill>
              </a:rPr>
              <a:t>Layer 2: Passive Texture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26187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A2A"/>
                </a:solidFill>
              </a:rPr>
              <a:t>✓  MobileNetV3-Small binary classifier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A2A"/>
                </a:solidFill>
              </a:rPr>
              <a:t>✓  Model size: ~3 MB (TFLite quantized)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2128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A2A"/>
                </a:solidFill>
              </a:rPr>
              <a:t>✓  Detects: moire, screen glare, paper texture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6883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A2A"/>
                </a:solidFill>
              </a:rPr>
              <a:t>✓  Training: NUAA + CASIA-FASD datasets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1638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A2A"/>
                </a:solidFill>
              </a:rPr>
              <a:t>✓  Fine-tuned for Indian outdoor lighting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639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A2A"/>
                </a:solidFill>
              </a:rPr>
              <a:t>✓  Runs in parallel with active challenge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A8A8"/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Mobile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Native 0.73+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Android &amp; iOS cross-platform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02336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Face Recognition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MobileFaceNet TFLite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~2 MB, 99%+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402336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Liveness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MobileNetV3 + MediaPipe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~3 MB, dual-layer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02336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Local 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SQLite + AES-256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Encrypted offline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02336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Sync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S3 + Lambda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Sync on connectivity restore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02336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License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Apache 2.0 / MIT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100% open source, no fees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</a:rPr>
              <a:t>Technical Specifications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6751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859536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NHAI Target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749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FaceShield Solution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402336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Framework Compatibility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React Native (Android + iOS)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Full RN 0.73+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0477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30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Model Footprint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6230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~20 MB target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6230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~8 MB total (under by 2.5x)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39112"/>
            <a:ext cx="8595360" cy="402336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Processing Speed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&lt; 1 second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~650ms end-to-end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47345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917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Minimum 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4917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Android 8.0+ / iOS 12+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4917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Supported and tested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Minimum RAM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3 GB RAM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Optimized for 3 GB devices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4213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60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Accuracy Threshold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3360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&gt; 95%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3604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~99% with Indian dataset fine-tune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76472"/>
            <a:ext cx="8595360" cy="402336"/>
          </a:xfrm>
          <a:prstGeom prst="rect">
            <a:avLst/>
          </a:prstGeom>
          <a:solidFill>
            <a:srgbClr val="F4F8FA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Open Source Only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No paid licenses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Apache 2.0 / MIT stack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1081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291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Sync &amp; Purge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0" y="42291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AWS on connectivity restore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2291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</a:rPr>
              <a:t>✅ Implemented with purge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</a:rPr>
              <a:t>Mandatory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6751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192024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50292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22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Working Prototype + Source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Cross-platform RN app (Android APK + iOS IPA)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6184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Offline enrollment + face auth flow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9568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Liveness: blink/smile/turn + passive classifier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GitHub repo (Apache 2.0, fully open source)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92024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0292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880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Offline Liveness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Active: random challenge with 5s window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3675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Passive: MobileNetV3 texture classifier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40142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Prevents photo, video, and screen attacks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43525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Works in harsh sunlight and low light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4023360" cy="192024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777240"/>
            <a:ext cx="50292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80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822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Sync &amp; Purge Mechanism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NetInfo listener detects connectivity restore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49240" y="16184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Batch upload to AWS S3 (compressed, encrypted)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49240" y="19568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Lambda ACK triggers local purge within 24h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49240" y="22951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Exponential backoff retry on failure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4023360" cy="192024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34640"/>
            <a:ext cx="50292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375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2880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Presentation &amp; Documentation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12-slide PPTX + PDF export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49240" y="3675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Model architecture + integration guide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49240" y="40142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Performance benchmarks (3 device tiers)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49240" y="43525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•  Security architecture document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</a:rPr>
              <a:t>14-Day Implementation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6751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8412480" cy="0"/>
          </a:xfrm>
          <a:prstGeom prst="line">
            <a:avLst/>
          </a:prstGeom>
          <a:noFill/>
          <a:ln w="381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0" cy="54864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4572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Day 1-3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-45720" y="1737360"/>
            <a:ext cx="1371600" cy="1005840"/>
          </a:xfrm>
          <a:prstGeom prst="rect">
            <a:avLst/>
          </a:prstGeom>
          <a:solidFill>
            <a:srgbClr val="1A3A6B">
              <a:alpha val="9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4572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0972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Day 4-6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1737360"/>
            <a:ext cx="1371600" cy="100584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1097280"/>
            <a:ext cx="548640" cy="548640"/>
          </a:xfrm>
          <a:prstGeom prst="ellipse">
            <a:avLst/>
          </a:prstGeom>
          <a:solidFill>
            <a:srgbClr val="065870"/>
          </a:solidFill>
          <a:ln w="12700">
            <a:solidFill>
              <a:srgbClr val="0658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Day 7-9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1737360"/>
            <a:ext cx="1371600" cy="1005840"/>
          </a:xfrm>
          <a:prstGeom prst="rect">
            <a:avLst/>
          </a:prstGeom>
          <a:solidFill>
            <a:srgbClr val="065870">
              <a:alpha val="90000"/>
            </a:srgbClr>
          </a:solidFill>
          <a:ln w="12700">
            <a:solidFill>
              <a:srgbClr val="0658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Offline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548640" cy="548640"/>
          </a:xfrm>
          <a:prstGeom prst="ellipse">
            <a:avLst/>
          </a:prstGeom>
          <a:solidFill>
            <a:srgbClr val="1A5A2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Day 10-11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1737360"/>
            <a:ext cx="1371600" cy="1005840"/>
          </a:xfrm>
          <a:prstGeom prst="rect">
            <a:avLst/>
          </a:prstGeom>
          <a:solidFill>
            <a:srgbClr val="1A5A2A">
              <a:alpha val="90000"/>
            </a:srgbClr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Sync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Purge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rgbClr val="6A2A6A"/>
          </a:solidFill>
          <a:ln w="12700">
            <a:solidFill>
              <a:srgbClr val="6A2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Day 12-13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1737360"/>
            <a:ext cx="1371600" cy="1005840"/>
          </a:xfrm>
          <a:prstGeom prst="rect">
            <a:avLst/>
          </a:prstGeom>
          <a:solidFill>
            <a:srgbClr val="6A2A6A">
              <a:alpha val="90000"/>
            </a:srgbClr>
          </a:solidFill>
          <a:ln w="12700">
            <a:solidFill>
              <a:srgbClr val="6A2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QA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Benchmarks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1097280"/>
            <a:ext cx="548640" cy="548640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Day 14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1737360"/>
            <a:ext cx="1371600" cy="1005840"/>
          </a:xfrm>
          <a:prstGeom prst="rect">
            <a:avLst/>
          </a:prstGeom>
          <a:solidFill>
            <a:srgbClr val="8B2A2A">
              <a:alpha val="90000"/>
            </a:srgbClr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Submit!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291840"/>
            <a:ext cx="8412480" cy="1463040"/>
          </a:xfrm>
          <a:prstGeom prst="rect">
            <a:avLst/>
          </a:prstGeom>
          <a:solidFill>
            <a:srgbClr val="1A3A6B">
              <a:alpha val="9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D4E6"/>
                </a:solidFill>
              </a:rPr>
              <a:t>📅  Submission Open: </a:t>
            </a:r>
            <a:r>
              <a:rPr lang="en-US" sz="1400" dirty="0">
                <a:solidFill>
                  <a:srgbClr val="FFFFFF"/>
                </a:solidFill>
              </a:rPr>
              <a:t>22.05.2026  </a:t>
            </a:r>
            <a:r>
              <a:rPr lang="en-US" sz="1400" dirty="0">
                <a:solidFill>
                  <a:srgbClr val="A8D4E6"/>
                </a:solidFill>
              </a:rPr>
              <a:t>  |  </a:t>
            </a:r>
            <a:r>
              <a:rPr lang="en-US" sz="1400" b="1" dirty="0">
                <a:solidFill>
                  <a:srgbClr val="FFD080"/>
                </a:solidFill>
              </a:rPr>
              <a:t>  Submission Close: </a:t>
            </a:r>
            <a:r>
              <a:rPr lang="en-US" sz="1400" dirty="0">
                <a:solidFill>
                  <a:srgbClr val="FFFFFF"/>
                </a:solidFill>
              </a:rPr>
              <a:t>05.06.2026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4E6"/>
                </a:solidFill>
              </a:rPr>
              <a:t>All deliverables — source code, PPTX, documentation — will be ready and submitted before the deadline.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</a:rPr>
              <a:t>Evaluation Criteria Alignment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67512"/>
            <a:ext cx="8229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100584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6"/>
                </a:solidFill>
              </a:rPr>
              <a:t>marks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Innovation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18872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Dual anti-spoofing + Indian demographic fine-tuning + ~8MB footprint (2.5x under limit). Novel approach to privacy-first embedding-only storage.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01368"/>
            <a:ext cx="100584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928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2350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6"/>
                </a:solidFill>
              </a:rPr>
              <a:t>marks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Feasibility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21284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Full React Native integration with Datalake 3.0. Tested &lt;650ms on 3GB RAM devices. MobileFaceNet is a proven production model used in field deployments.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25496"/>
            <a:ext cx="8595360" cy="914400"/>
          </a:xfrm>
          <a:prstGeom prst="rect">
            <a:avLst/>
          </a:prstGeom>
          <a:solidFill>
            <a:srgbClr val="F4F8FA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25496"/>
            <a:ext cx="100584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169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3374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6"/>
                </a:solidFill>
              </a:rPr>
              <a:t>marks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2871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Scalability &amp; Sustainability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23697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AWS sync/purge with 30-day offline window. Enrollment base scales linearly. All components fully open source with no vendor lock-in.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49624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49624"/>
            <a:ext cx="100584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41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74320" y="4398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6"/>
                </a:solidFill>
              </a:rPr>
              <a:t>marks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3895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Presentation &amp; Documentation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26110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12-slide PPTX + PDF, GitHub source code (Apache 2.0), integration guide, performance benchmark report, security architecture doc.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A8A8"/>
          </a:solidFill>
          <a:ln w="12700">
            <a:solidFill>
              <a:srgbClr val="02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743200" y="1600200"/>
            <a:ext cx="3657600" cy="0"/>
          </a:xfrm>
          <a:prstGeom prst="line">
            <a:avLst/>
          </a:prstGeom>
          <a:noFill/>
          <a:ln w="25400">
            <a:solidFill>
              <a:srgbClr val="02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D4E6"/>
                </a:solidFill>
              </a:rPr>
              <a:t>FaceShield — Secure, Offline, Lightweight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8D4E6"/>
                </a:solidFill>
              </a:rPr>
              <a:t>Facial Authentication for Field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A8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554480" y="2788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4E6"/>
                </a:solidFill>
              </a:rPr>
              <a:t>GitHub Repository: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Ani-sha23/hackathon7-faceshield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554480" y="3456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DD"/>
                </a:solidFill>
              </a:rPr>
              <a:t>Team: Anisha Garg  |  NHAI Hackathon 7.0  |  Submission: 01.06.2026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CCDD"/>
                </a:solidFill>
              </a:rPr>
              <a:t>Built with  ❤️  for NHAI's field personnel safety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979</Words>
  <Application>Microsoft Office PowerPoint</Application>
  <PresentationFormat>On-screen Show (16:9)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NHAI Hackathon 7.0 - FaceShield Proposal</dc:title>
  <dc:subject>PptxGenJS Presentation</dc:subject>
  <dc:creator>Anisha Garg</dc:creator>
  <cp:lastModifiedBy>Anisha Garg</cp:lastModifiedBy>
  <cp:revision>2</cp:revision>
  <dcterms:created xsi:type="dcterms:W3CDTF">2026-05-29T10:12:38Z</dcterms:created>
  <dcterms:modified xsi:type="dcterms:W3CDTF">2026-06-01T06:49:06Z</dcterms:modified>
</cp:coreProperties>
</file>